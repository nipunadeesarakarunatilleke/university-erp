
<file path=[Content_Types].xml><?xml version="1.0" encoding="utf-8"?>
<Types xmlns="http://schemas.openxmlformats.org/package/2006/content-types"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64" r:id="rId2"/>
    <p:sldId id="272" r:id="rId3"/>
    <p:sldId id="333" r:id="rId4"/>
    <p:sldId id="301" r:id="rId5"/>
    <p:sldId id="334" r:id="rId6"/>
    <p:sldId id="335" r:id="rId7"/>
    <p:sldId id="336" r:id="rId8"/>
    <p:sldId id="337" r:id="rId9"/>
    <p:sldId id="338" r:id="rId10"/>
    <p:sldId id="340" r:id="rId11"/>
    <p:sldId id="339" r:id="rId12"/>
    <p:sldId id="341" r:id="rId13"/>
    <p:sldId id="342" r:id="rId14"/>
    <p:sldId id="343" r:id="rId15"/>
    <p:sldId id="328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28AE"/>
    <a:srgbClr val="35B507"/>
    <a:srgbClr val="6600FF"/>
    <a:srgbClr val="009999"/>
    <a:srgbClr val="FF3300"/>
    <a:srgbClr val="FF6633"/>
    <a:srgbClr val="F8F8F8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8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ADFAE29-E8FB-98BF-FBC2-F39F3AAEE25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74A49F2-A656-3431-C8B5-A8EE90E50E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940F09AF-B56C-AB10-9623-003D0B71A15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78F23E23-D8AD-1834-F6C2-4FA5D4ED291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C9D03B83-A560-4EAA-93E5-1EF3BD57D37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E87B762-0EFA-6E45-077E-1EA98DDD70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kumimoji="0"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91243DA-D30F-8A01-B3EE-3B69310FDF4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5CB8AF40-21E1-A8EA-1483-5DBBBE74DA4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87DEDD1-4ED4-59CC-43CC-306E4C77EB3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EA64A43-B01E-C8B9-5CEB-263BD7D57A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221FC1C-AFE0-C202-92AB-16FAF425B8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>
                <a:latin typeface="Times New Roman" panose="02020603050405020304" pitchFamily="18" charset="0"/>
              </a:defRPr>
            </a:lvl1pPr>
          </a:lstStyle>
          <a:p>
            <a:fld id="{7538B9EC-C684-4D0E-9AC4-8926B3E9A4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28AE94D-D9DE-1DD7-CCAE-CA0FED003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476E72-1D08-4252-B2A1-EECD3133E388}" type="slidenum">
              <a:rPr kumimoji="0"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kumimoji="0"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37B896D-113A-7E7D-2BE6-E9BA3D2164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4CFFF28-4732-F393-5969-F79759BB63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50C4E773-230F-BE7B-7FB5-CC43365B1D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E1914A31-3E5A-5487-C38F-BB19EC485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en-US">
                <a:latin typeface="Arial" panose="020B0604020202020204" pitchFamily="34" charset="0"/>
              </a:rPr>
              <a:t>Your suggestions and issues will be considered seriously to carry out the programme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93D25AAB-2070-A0CE-35BB-7A886BA72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391AF3-0AF4-48CD-B759-CAB2761498FF}" type="slidenum">
              <a:rPr kumimoji="0"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kumimoji="0"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43FC793-1F48-DB3B-692F-4DC1C72A96A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F2A1B194-07DB-DDB8-46DD-2693CDB179B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kumimoji="0"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97E1032E-2071-498C-CD9C-2D022451D94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D5BD65B8-B176-EBC8-5FC4-559B0673B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AB19A99A-F408-A81A-90F0-C0AFA91C9F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rgbClr val="5828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D9F4A4CB-3B8A-831C-8430-031F211B9B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424B97D0-34A2-1CEB-5910-E87770639D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2E5BC79B-5827-3E51-43BA-726B6F5D4A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066449-36F1-F744-A054-D0612EF8AD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7A1DE95C-C4AA-3922-8D0E-0BFE711D85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68F575E7-557F-DBE5-0231-20FFEF392A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F592C881-64E6-97B6-A376-312224500B3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B2D537ED-C7AE-6EAD-236F-DE0DB56DBC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3622232D-74E2-3B94-AD2B-0058A4310D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rgbClr val="35B5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917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17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50B1B27E-E929-E1BD-C063-961B1A543D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9666766D-10DA-11C5-6627-D655641F5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DBC353BA-1041-82F4-23DA-AE20D5AB15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3009C-48C1-4215-B53A-E202F0D67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8608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CC8E7CC-1B29-C3D6-CA1E-40824443DC8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9455F2A-E9A9-7D0F-42EF-DF94D2E355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C14750-DAEF-41A6-A9BE-D19EF1EEFBE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C498D68D-F58D-E538-92E2-7C26B925E5F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4997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B19CC2D-98D4-BBFF-CA03-BF237A187A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8B81475-7D3E-0B3B-DBFB-68FA27E24F2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57AE94-D5C8-4C36-BFD0-67ED4651141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1B9CE77-F4C2-C28E-6AEB-6C8F052DC91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225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1367AE-273B-F42A-5D80-6D4A5897A6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D98EEA-DC9F-604B-5A70-00CD4D576F7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12B89D-5AB5-45BB-8ED2-A8363A80AC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0D436A4B-9420-6202-694A-B22D7AD23C2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5948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4FE6B65-D2BF-4A98-FFB3-01A66DECCC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160CE12-DFE4-0D0F-3057-F420325D7F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FA7AC2-54BF-4D03-B805-2CD5A82107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228E1666-3856-32B2-99E4-A99C3A4B0C0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9997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430717-4592-0F7D-D653-2450E3E861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01994-E037-7248-6547-6988E17623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F4EC42-3C96-42B9-9926-9FEB01A3A8F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C64898A9-6EE9-C86B-468C-B7FAD1ED095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5056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F1D3A10-93D5-6648-B54F-87DD85FB9DB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6EC7659-1701-C71D-7580-D308C8DD5B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8B5681-7C14-4E38-B286-524A9E760E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E3E65B76-F944-FE38-6DF2-833DCAF95CB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3979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7CE604-7781-7B32-4E16-794F85C679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3CAA2BD-29BB-4358-1C8A-9CB4F78D10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7DCFDB-AA14-4B46-A0F0-8C8291B4AA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2CACB75-2BC3-C865-E5FC-1BBD870F18C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6516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77695A-BF61-2272-AA57-069C4CA5545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45EF47-C26E-929D-906B-4F8FCF7206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70F23E-4465-4DFB-8B2F-C4A90E9E74A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F617DFBE-1925-9285-9E54-B734138FA52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27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882FC0-433D-37DE-F762-C5033EB352C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7749440-C967-5CF8-39D3-ED7E65273F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55E7C9-388B-4FE8-B9FB-A0639C764B9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114CED8-C5DB-B1BB-658C-4C05E3CAD80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100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2EE45F-EF66-F3CC-A4C6-5D2FFD4314B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BAA691-601D-A46B-B0D1-F188D94B86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8D7D14-BC71-497F-8480-068DAA99336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76F1FA46-92E2-1E72-2F17-27BE5A83606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81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981A00-1625-5312-B387-5A43A5B58D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287E49-5CC7-5C9E-82B8-AB662987A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D51AC3-79FF-4392-8A8D-19194D9D1E7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7B79415-2A0A-5DB7-36C2-6AC7A9A8BBF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0256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B3FC28-E706-62A1-483B-022B8DDC90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30272D-477D-D1CD-516D-E09FAAE61A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752958-6BB1-4173-961D-338339A415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910599F-F496-8ECC-8403-8B591B079C1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7558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920568-FE5F-7567-B828-C01BE225AB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0668F33-DF7B-E995-72EA-A36B1E3DE12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F686B9-465B-4B5C-B5F5-D79A7BAA77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71531F1-9682-1271-67AF-FFB264C1F08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7851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D7E393F-51D5-88BD-D4E6-7621CA0E40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1A7A315-163F-C334-E0B7-CB0E0B288E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 Black" panose="020B0A04020102020204" pitchFamily="34" charset="0"/>
              </a:defRPr>
            </a:lvl1pPr>
          </a:lstStyle>
          <a:p>
            <a:fld id="{BC41E3C2-70F2-4B59-8BE6-0538FD8D1AFD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2859E616-6FD8-050F-25E1-83373764CE3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B4818A5B-7F2F-36B8-7FE8-D88576051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kumimoji="0" lang="en-US" altLang="en-US" sz="2400">
                <a:latin typeface="Times New Roman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D65B4E19-E9FE-FDD3-17FC-7FD039B14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 sz="2400">
                <a:latin typeface="Times New Roman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E5C497F9-604A-C75E-5164-B148DCF72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B1178F9F-C5AA-AAFD-25FE-6EB46541C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7792F3A8-705B-1A6D-D56A-91BB3B263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3351237F-5CD7-F822-FA4B-C8409033F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45AC49BE-4D20-42BF-96A3-1635BEB20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 sz="2400">
                <a:latin typeface="Times New Roman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EF0E08E5-982A-018A-8299-51E9C33CB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AFC374A4-F96D-898C-9DA9-72AEF2F68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kumimoji="0" lang="en-US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83CED152-005F-78FD-CDDA-9C6832AC8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706A16DC-392E-F2A7-4613-B84F3B469F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8144" name="Rectangle 16">
            <a:extLst>
              <a:ext uri="{FF2B5EF4-FFF2-40B4-BE49-F238E27FC236}">
                <a16:creationId xmlns:a16="http://schemas.microsoft.com/office/drawing/2014/main" id="{39529A81-1ACB-E511-1AD4-A259193B75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mis.rjt.ac.lk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hyperlink" Target="https://agrimis.rjt.ac.lk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C8EC3C3-7CF5-7DB2-3B9A-695D4CB358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43808" y="1562759"/>
            <a:ext cx="6588224" cy="2800767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4400" dirty="0"/>
              <a:t>Management Information System (MIS) for </a:t>
            </a:r>
            <a:br>
              <a:rPr lang="en-US" altLang="en-US" sz="4400" dirty="0"/>
            </a:br>
            <a:r>
              <a:rPr lang="en-US" altLang="en-US" sz="4400" dirty="0"/>
              <a:t>Faculty of Agriculture, Rajarata University ”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2995C46D-4BC1-6610-EC1F-2E9E8AD92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066800"/>
            <a:ext cx="495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b="1" dirty="0">
                <a:solidFill>
                  <a:srgbClr val="C00000"/>
                </a:solidFill>
              </a:rPr>
              <a:t>Funded by AHEAD Project</a:t>
            </a:r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D47A29CA-4177-00B8-89B8-41535347D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4714875"/>
            <a:ext cx="459105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b="1" dirty="0">
                <a:solidFill>
                  <a:srgbClr val="C00000"/>
                </a:solidFill>
              </a:rPr>
              <a:t>Prof. K. P. Hewagamage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b="1" dirty="0">
                <a:solidFill>
                  <a:srgbClr val="C00000"/>
                </a:solidFill>
              </a:rPr>
              <a:t>University of Colombo School of Computing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4B014D7-8291-CB76-E6E4-FC9033E47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7C0E2E0-E41B-2CEC-B871-9856FA44C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 of the Workshop </a:t>
            </a:r>
          </a:p>
          <a:p>
            <a:pPr eaLnBrk="1" hangingPunct="1"/>
            <a:r>
              <a:rPr lang="en-US" altLang="en-US" dirty="0"/>
              <a:t>About MIS for Agriculture Faculty </a:t>
            </a:r>
          </a:p>
          <a:p>
            <a:pPr eaLnBrk="1" hangingPunct="1"/>
            <a:r>
              <a:rPr lang="en-US" altLang="en-US" dirty="0"/>
              <a:t>Key Features/Facilities of MIS for the student</a:t>
            </a:r>
          </a:p>
          <a:p>
            <a:pPr eaLnBrk="1" hangingPunct="1"/>
            <a:r>
              <a:rPr lang="en-US" altLang="en-US" dirty="0"/>
              <a:t>Demonstrations </a:t>
            </a:r>
          </a:p>
          <a:p>
            <a:pPr eaLnBrk="1" hangingPunct="1"/>
            <a:r>
              <a:rPr lang="en-US" altLang="en-US" dirty="0"/>
              <a:t>Discussion of Q &amp; A </a:t>
            </a:r>
          </a:p>
        </p:txBody>
      </p:sp>
    </p:spTree>
  </p:cSld>
  <p:clrMapOvr>
    <a:masterClrMapping/>
  </p:clrMapOvr>
  <p:transition spd="med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E9D63-5F2D-C6D2-B28A-80E8C5AB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DA7D6-48F8-32F2-475B-DD12138D8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the MIS developed for the Faculty of Agriculture, Rajarata University</a:t>
            </a:r>
          </a:p>
          <a:p>
            <a:r>
              <a:rPr lang="en-US" dirty="0"/>
              <a:t>Target audience - Students</a:t>
            </a:r>
          </a:p>
          <a:p>
            <a:r>
              <a:rPr lang="en-US" dirty="0"/>
              <a:t>Topics of MIS</a:t>
            </a:r>
          </a:p>
          <a:p>
            <a:pPr lvl="1"/>
            <a:r>
              <a:rPr lang="en-US" dirty="0"/>
              <a:t>Updating the Student Profile</a:t>
            </a:r>
          </a:p>
          <a:p>
            <a:pPr lvl="1"/>
            <a:r>
              <a:rPr lang="en-US" dirty="0"/>
              <a:t>Semester Registration</a:t>
            </a:r>
          </a:p>
          <a:p>
            <a:pPr lvl="1"/>
            <a:r>
              <a:rPr lang="en-US" dirty="0"/>
              <a:t>Applying Exams </a:t>
            </a:r>
          </a:p>
          <a:p>
            <a:pPr lvl="1"/>
            <a:r>
              <a:rPr lang="en-US" dirty="0"/>
              <a:t>Examination Results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950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604FBA32-142B-B7AC-0A67-E788F18CD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 is MIS?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E4CEBD15-9354-6244-3761-2F8E5557B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04290"/>
            <a:ext cx="8578850" cy="3886200"/>
          </a:xfrm>
        </p:spPr>
        <p:txBody>
          <a:bodyPr/>
          <a:lstStyle/>
          <a:p>
            <a:pPr eaLnBrk="1" hangingPunct="1"/>
            <a:r>
              <a:rPr lang="en-US" altLang="en-US" dirty="0"/>
              <a:t>MIS - Management Information Systems </a:t>
            </a:r>
          </a:p>
          <a:p>
            <a:pPr eaLnBrk="1" hangingPunct="1"/>
            <a:r>
              <a:rPr lang="en-US" altLang="en-US" dirty="0"/>
              <a:t>Computer based Systems </a:t>
            </a:r>
          </a:p>
          <a:p>
            <a:pPr lvl="1" eaLnBrk="1" hangingPunct="1"/>
            <a:r>
              <a:rPr lang="en-US" altLang="en-US" dirty="0"/>
              <a:t>Provide required information for decision making </a:t>
            </a:r>
          </a:p>
          <a:p>
            <a:pPr eaLnBrk="1" hangingPunct="1"/>
            <a:r>
              <a:rPr lang="en-US" altLang="en-US" dirty="0"/>
              <a:t>Users of MIS (Stakeholders)</a:t>
            </a:r>
          </a:p>
          <a:p>
            <a:pPr lvl="1" eaLnBrk="1" hangingPunct="1"/>
            <a:r>
              <a:rPr lang="en-US" altLang="en-US" dirty="0"/>
              <a:t>Dean, Heads, Administrators, Academics, other non-academics, students</a:t>
            </a:r>
          </a:p>
          <a:p>
            <a:pPr eaLnBrk="1" hangingPunct="1"/>
            <a:r>
              <a:rPr lang="en-US" altLang="en-US" dirty="0"/>
              <a:t>Designed and developed based on selected business activities of the organization</a:t>
            </a:r>
          </a:p>
          <a:p>
            <a:pPr eaLnBrk="1" hangingPunct="1"/>
            <a:r>
              <a:rPr lang="en-US" altLang="en-US" dirty="0"/>
              <a:t>Web based Online System available 24hrs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B3EF9-CA38-38B4-5647-953C0586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MIS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0A2-9407-CFBB-7DDF-B974074B8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decision making </a:t>
            </a:r>
          </a:p>
          <a:p>
            <a:r>
              <a:rPr lang="en-US" dirty="0"/>
              <a:t>Increase productivity of organization</a:t>
            </a:r>
          </a:p>
          <a:p>
            <a:r>
              <a:rPr lang="en-US" dirty="0"/>
              <a:t>Effective Management </a:t>
            </a:r>
          </a:p>
          <a:p>
            <a:r>
              <a:rPr lang="en-US" dirty="0"/>
              <a:t>Reduced Paper work</a:t>
            </a:r>
          </a:p>
          <a:p>
            <a:r>
              <a:rPr lang="en-US" dirty="0"/>
              <a:t>Efficient Communication</a:t>
            </a:r>
          </a:p>
          <a:p>
            <a:r>
              <a:rPr lang="en-US" dirty="0"/>
              <a:t>Protect privacy and security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6291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91F2-2F20-4B4F-7004-B62119C3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 for the Faculty of Agriculture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3A3AB-E0E3-ADD9-3E64-D6317921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Scope of MIS</a:t>
            </a:r>
          </a:p>
          <a:p>
            <a:r>
              <a:rPr lang="en-US" dirty="0"/>
              <a:t>Registration of all undergraduate students with respect to academic years </a:t>
            </a:r>
          </a:p>
          <a:p>
            <a:r>
              <a:rPr lang="en-US" dirty="0"/>
              <a:t>Maintain the student profile and contact details</a:t>
            </a:r>
          </a:p>
          <a:p>
            <a:r>
              <a:rPr lang="en-US" dirty="0"/>
              <a:t>Management of students with respect to batches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61334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7AA5-62B5-33FF-310C-62391A5F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9552"/>
          </a:xfrm>
        </p:spPr>
        <p:txBody>
          <a:bodyPr/>
          <a:lstStyle/>
          <a:p>
            <a:r>
              <a:rPr lang="en-US" dirty="0"/>
              <a:t>MIS Scope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68EEC-3C70-90D9-FEE2-AF574C85D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6632"/>
          </a:xfrm>
        </p:spPr>
        <p:txBody>
          <a:bodyPr/>
          <a:lstStyle/>
          <a:p>
            <a:r>
              <a:rPr lang="en-US" dirty="0"/>
              <a:t>Course Management with respect to regulation and academic departments </a:t>
            </a:r>
          </a:p>
          <a:p>
            <a:r>
              <a:rPr lang="en-US" dirty="0"/>
              <a:t>Administration of Exams including Admissions </a:t>
            </a:r>
          </a:p>
          <a:p>
            <a:r>
              <a:rPr lang="en-US" dirty="0"/>
              <a:t>Processing of Examination Results and Exam Boards </a:t>
            </a:r>
          </a:p>
          <a:p>
            <a:r>
              <a:rPr lang="en-US" dirty="0"/>
              <a:t>Publishing of Examination Results</a:t>
            </a:r>
          </a:p>
          <a:p>
            <a:r>
              <a:rPr lang="en-US" dirty="0"/>
              <a:t>Processing of Specialization </a:t>
            </a:r>
          </a:p>
          <a:p>
            <a:r>
              <a:rPr lang="en-US" dirty="0"/>
              <a:t>Produce academic certification for students and graduates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161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8FF4-0881-7422-C863-A643C845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and Regulation / MIS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D8E6D-A9AC-E509-71A6-5E1EDC9D4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the Faculty Board </a:t>
            </a:r>
          </a:p>
          <a:p>
            <a:r>
              <a:rPr lang="en-US" dirty="0"/>
              <a:t>Approved by the Senate/Council</a:t>
            </a:r>
          </a:p>
          <a:p>
            <a:r>
              <a:rPr lang="en-US" dirty="0"/>
              <a:t>Illegal Activities are prohibited </a:t>
            </a:r>
          </a:p>
          <a:p>
            <a:pPr lvl="1"/>
            <a:r>
              <a:rPr lang="en-US" dirty="0"/>
              <a:t>Unauthorized access of others information </a:t>
            </a:r>
          </a:p>
          <a:p>
            <a:pPr lvl="1"/>
            <a:r>
              <a:rPr lang="en-US" dirty="0"/>
              <a:t>Misuse of Username and password</a:t>
            </a:r>
          </a:p>
          <a:p>
            <a:pPr lvl="1"/>
            <a:r>
              <a:rPr lang="en-US" dirty="0"/>
              <a:t>Sabotage the system </a:t>
            </a:r>
          </a:p>
          <a:p>
            <a:r>
              <a:rPr lang="en-US" dirty="0"/>
              <a:t>Development : funded by the AHEAD Project of World Bank </a:t>
            </a:r>
          </a:p>
        </p:txBody>
      </p:sp>
    </p:spTree>
    <p:extLst>
      <p:ext uri="{BB962C8B-B14F-4D97-AF65-F5344CB8AC3E}">
        <p14:creationId xmlns:p14="http://schemas.microsoft.com/office/powerpoint/2010/main" val="250626413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6F8C-6F35-D076-5D6B-4105E022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access the MIS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DFCA4-8076-7EA8-F51B-82868483B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 Student Portal</a:t>
            </a:r>
          </a:p>
          <a:p>
            <a:r>
              <a:rPr lang="en-US" dirty="0">
                <a:hlinkClick r:id="rId2"/>
              </a:rPr>
              <a:t>https://agrimis.rjt.ac.lk/</a:t>
            </a:r>
            <a:endParaRPr lang="en-US" dirty="0"/>
          </a:p>
          <a:p>
            <a:r>
              <a:rPr lang="en-US" dirty="0"/>
              <a:t>You should be registered student and you should know your registration number</a:t>
            </a:r>
          </a:p>
          <a:p>
            <a:r>
              <a:rPr lang="en-US" dirty="0"/>
              <a:t>Password is your NIC number</a:t>
            </a:r>
          </a:p>
          <a:p>
            <a:pPr lvl="1"/>
            <a:r>
              <a:rPr lang="en-US" dirty="0"/>
              <a:t>This could be changed if you want</a:t>
            </a:r>
          </a:p>
        </p:txBody>
      </p:sp>
    </p:spTree>
    <p:extLst>
      <p:ext uri="{BB962C8B-B14F-4D97-AF65-F5344CB8AC3E}">
        <p14:creationId xmlns:p14="http://schemas.microsoft.com/office/powerpoint/2010/main" val="216252124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4904-C194-3C1F-7097-6B130E34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https://agrimis.rjt.ac.lk/</a:t>
            </a:r>
            <a:endParaRPr lang="en-US" dirty="0"/>
          </a:p>
        </p:txBody>
      </p:sp>
      <p:pic>
        <p:nvPicPr>
          <p:cNvPr id="5" name="Content Placeholder 4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E03CD030-6FE4-3771-F409-62C0F0640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22" t="15020" r="6878"/>
          <a:stretch/>
        </p:blipFill>
        <p:spPr>
          <a:xfrm>
            <a:off x="2627784" y="1710079"/>
            <a:ext cx="5256584" cy="5240918"/>
          </a:xfrm>
        </p:spPr>
      </p:pic>
    </p:spTree>
    <p:extLst>
      <p:ext uri="{BB962C8B-B14F-4D97-AF65-F5344CB8AC3E}">
        <p14:creationId xmlns:p14="http://schemas.microsoft.com/office/powerpoint/2010/main" val="111234434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2CA1-F6EE-E76E-A9C1-45E8C935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Access of MIS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E16CD-1458-17EF-8474-9B66408B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check your photo, name and other details</a:t>
            </a:r>
          </a:p>
          <a:p>
            <a:r>
              <a:rPr lang="en-US" dirty="0"/>
              <a:t>Contact AR/Exam division if details are wrong</a:t>
            </a:r>
          </a:p>
          <a:p>
            <a:pPr lvl="1"/>
            <a:r>
              <a:rPr lang="en-US" dirty="0"/>
              <a:t>Send an email to ar@agri.rjt.ac.lk. Pl. </a:t>
            </a:r>
          </a:p>
          <a:p>
            <a:pPr lvl="1"/>
            <a:r>
              <a:rPr lang="en-US" dirty="0"/>
              <a:t>subject as : MIS - AG/20XX/XXX BY &lt;your Reg. No&gt;</a:t>
            </a:r>
          </a:p>
          <a:p>
            <a:r>
              <a:rPr lang="en-US" dirty="0"/>
              <a:t>All students should update their important profile details </a:t>
            </a:r>
          </a:p>
        </p:txBody>
      </p:sp>
    </p:spTree>
    <p:extLst>
      <p:ext uri="{BB962C8B-B14F-4D97-AF65-F5344CB8AC3E}">
        <p14:creationId xmlns:p14="http://schemas.microsoft.com/office/powerpoint/2010/main" val="79020564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3A54-461C-ABC7-C570-F8E800744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462DD06-29B3-9F54-96F5-F988713E7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52" y="692696"/>
            <a:ext cx="8765911" cy="5112568"/>
          </a:xfrm>
        </p:spPr>
      </p:pic>
    </p:spTree>
    <p:extLst>
      <p:ext uri="{BB962C8B-B14F-4D97-AF65-F5344CB8AC3E}">
        <p14:creationId xmlns:p14="http://schemas.microsoft.com/office/powerpoint/2010/main" val="224525924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5933C24-32D5-8157-A966-B4E8474F5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764704"/>
            <a:ext cx="8751808" cy="5832648"/>
          </a:xfrm>
        </p:spPr>
      </p:pic>
    </p:spTree>
    <p:extLst>
      <p:ext uri="{BB962C8B-B14F-4D97-AF65-F5344CB8AC3E}">
        <p14:creationId xmlns:p14="http://schemas.microsoft.com/office/powerpoint/2010/main" val="338155207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D9D3-9D96-E850-6910-1E063305C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you completed the profile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49AE8D-CFE2-05BD-08E1-64BA7FF11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45" y="2301925"/>
            <a:ext cx="8588909" cy="3057938"/>
          </a:xfrm>
        </p:spPr>
      </p:pic>
    </p:spTree>
    <p:extLst>
      <p:ext uri="{BB962C8B-B14F-4D97-AF65-F5344CB8AC3E}">
        <p14:creationId xmlns:p14="http://schemas.microsoft.com/office/powerpoint/2010/main" val="129643202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DA01168F-6EFC-AFA5-3C91-A1787ECCD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Discussion 	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73CB6BD4-70F3-B6D4-C09A-C3C3D0CF8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 &amp; A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ANCHTO" val="0"/>
  <p:tag name="DEFINEDINNAVIGATOR" val="False"/>
  <p:tag name="ARTICULATE_PROJECT_OPEN" val="0"/>
</p:tagLst>
</file>

<file path=ppt/theme/theme1.xml><?xml version="1.0" encoding="utf-8"?>
<a:theme xmlns:a="http://schemas.openxmlformats.org/drawingml/2006/main" name="Grant proposa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Grant proposal</Template>
  <TotalTime>6861</TotalTime>
  <Words>416</Words>
  <Application>Microsoft Office PowerPoint</Application>
  <PresentationFormat>On-screen Show (4:3)</PresentationFormat>
  <Paragraphs>72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Wingdings</vt:lpstr>
      <vt:lpstr>Arial Black</vt:lpstr>
      <vt:lpstr>Times New Roman</vt:lpstr>
      <vt:lpstr>Calibri</vt:lpstr>
      <vt:lpstr>Grant proposal</vt:lpstr>
      <vt:lpstr>Management Information System (MIS) for  Faculty of Agriculture, Rajarata University ”</vt:lpstr>
      <vt:lpstr>Outline</vt:lpstr>
      <vt:lpstr>Objectives</vt:lpstr>
      <vt:lpstr>What is MIS?</vt:lpstr>
      <vt:lpstr>Benefits of MIS</vt:lpstr>
      <vt:lpstr>MIS for the Faculty of Agriculture</vt:lpstr>
      <vt:lpstr>MIS Scope …</vt:lpstr>
      <vt:lpstr>Policy and Regulation / MIS</vt:lpstr>
      <vt:lpstr>How to access the MIS ?</vt:lpstr>
      <vt:lpstr>https://agrimis.rjt.ac.lk/</vt:lpstr>
      <vt:lpstr>First Access of MIS </vt:lpstr>
      <vt:lpstr>PowerPoint Presentation</vt:lpstr>
      <vt:lpstr>PowerPoint Presentation</vt:lpstr>
      <vt:lpstr>Once you completed the profile</vt:lpstr>
      <vt:lpstr>Discussion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Literacy and Professional Levels for Undergraduates</dc:title>
  <dc:creator>kph</dc:creator>
  <cp:lastModifiedBy>Prof. K.P Hewagamage</cp:lastModifiedBy>
  <cp:revision>72</cp:revision>
  <cp:lastPrinted>1601-01-01T00:00:00Z</cp:lastPrinted>
  <dcterms:created xsi:type="dcterms:W3CDTF">2010-02-22T15:43:35Z</dcterms:created>
  <dcterms:modified xsi:type="dcterms:W3CDTF">2022-06-18T07:08:36Z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TC010706081033</vt:lpwstr>
  </property>
</Properties>
</file>